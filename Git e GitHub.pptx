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661BE-03A7-745F-F70B-3E72AB8C6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4E62E5-0741-D57B-1513-BD268AC05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458807-15C3-6767-5FCA-7DF0DCDB6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392A-2CA1-4F3B-B41B-FAD211D5B466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483597-F040-C3FA-9319-B9797B85C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4F172F-028E-D849-4C26-83ECF8676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05351-3303-4D0F-9372-B10DE708AA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934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AD439D-D63D-074A-D4A5-3B45F576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CEF018-231D-A8BE-CAE1-420FA9484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372D6C-65A4-71AE-60E7-879961963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392A-2CA1-4F3B-B41B-FAD211D5B466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511891-CD3F-9A04-26E8-5FB811CB5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7E3079-0E57-1553-418A-DD0F11673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05351-3303-4D0F-9372-B10DE708AA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5335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9094B1-07ED-95F2-0919-4F83ACE2A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7911F3-5ADF-5E86-242A-058E6F3C8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E64EBA-9157-AE47-63EC-0788748C9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392A-2CA1-4F3B-B41B-FAD211D5B466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53DE12-BC98-F750-9A5F-116EF93B3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8C011A-23CD-C78F-2357-E09C84410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05351-3303-4D0F-9372-B10DE708AA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7009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A6C306-9E87-E398-7A16-D993B833A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192732-DC83-6DAE-8A47-C38242EC23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D8EF5A0-3014-FFC7-35B3-5282B891D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486572-2316-EB81-A740-753629988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392A-2CA1-4F3B-B41B-FAD211D5B466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9960E4B-3810-312B-6680-B2FAF2882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D8008BF-B403-DF32-779F-16D46FAB6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05351-3303-4D0F-9372-B10DE708AA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1187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AFD3E7-B2F2-4706-C89E-EE93580A4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590EF93-C628-3BA4-01EE-70AD6CEDF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B46D82F-39BD-F785-B077-0754DFF09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D8F1B77-F1FB-C4AC-1517-8DCC2EDD01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A9AE112-95A1-E63E-3564-8A43363687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2A547D0-AE3A-6860-AAA2-CC996216F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392A-2CA1-4F3B-B41B-FAD211D5B466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D2F22A9-3B90-2FA0-FF17-1797BC3B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4FB73FB-9E75-8084-9056-24272AC86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05351-3303-4D0F-9372-B10DE708AA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4852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398FFD-15D1-40A5-02B4-8AFD39193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03929B7-C65A-CBE1-A792-6AD6EF19F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392A-2CA1-4F3B-B41B-FAD211D5B466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B8A7864-54F3-2783-5421-FED18AF13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C756956-140A-5A7A-DF18-682B63190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05351-3303-4D0F-9372-B10DE708AA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559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F477356-771B-64C7-B620-1822D98BC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392A-2CA1-4F3B-B41B-FAD211D5B466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990007A-5162-5638-9C4C-78DC652DE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3B411F0-3043-7FB1-9225-B9EE300C9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05351-3303-4D0F-9372-B10DE708AA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236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31DCB9-519A-3FA7-43FB-14BDBA073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B0DBB4-260C-23B9-7567-EF9345996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CC74032-BA13-1246-1277-E770106B6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18ED5B-2E4C-1D5A-860B-09F9A1598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392A-2CA1-4F3B-B41B-FAD211D5B466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EEA9D3F-9636-252F-0A4B-B08B6C4A6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98238D3-D1C7-AF29-6C96-A10D850CE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05351-3303-4D0F-9372-B10DE708AA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4047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9DD73A-B953-822F-EE00-A06DE3E7D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E572D81-42C7-BED1-67D4-843AD0BFB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143B2C7-00FD-08B0-6503-F16E16ACF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90F4901-5343-8F9E-B786-245B667A5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392A-2CA1-4F3B-B41B-FAD211D5B466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B5DB92-C447-8AAC-B506-2F9D9054B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53BFD41-0664-E1D6-6262-DF0AFBC13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05351-3303-4D0F-9372-B10DE708AA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8795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7082C5-8385-CD95-6A21-6B83D0EE0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4167F4D-34F4-0182-9647-044341A46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2267E5-21CB-58D8-C220-34AEC4247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392A-2CA1-4F3B-B41B-FAD211D5B466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595632-2630-55A3-4291-59578C3CA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E7D1DE-57B7-2DE0-14DA-8E2EE770F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05351-3303-4D0F-9372-B10DE708AA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3424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4D85621-BE9C-48AB-68FD-2B182C230B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842ADB5-5055-762E-ED8A-7C5860ACC7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B07130-23B4-3FE5-15E4-8827E6797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392A-2CA1-4F3B-B41B-FAD211D5B466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95E992-D994-BDE4-0138-ECD25F807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4C0F4A-0219-6301-0A57-36E35C475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05351-3303-4D0F-9372-B10DE708AA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8370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F1B0D81-1FA7-4F25-6B23-E7C2B9DA9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BD61B8-F608-D3F7-40A7-7E389F0A0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79C6F8-840F-E533-F97E-2E53E440F2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97392A-2CA1-4F3B-B41B-FAD211D5B466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F5862F-3009-C2AE-4BCF-0EE7844FDD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106DD8-C7EB-0CC8-B5EB-ECA6DE001D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605351-3303-4D0F-9372-B10DE708AA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7221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43229F-4ECA-5C31-873D-532EB50094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 err="1"/>
              <a:t>Git</a:t>
            </a:r>
            <a:r>
              <a:rPr lang="pt-BR" dirty="0"/>
              <a:t> </a:t>
            </a:r>
            <a:br>
              <a:rPr lang="pt-BR" dirty="0"/>
            </a:br>
            <a:r>
              <a:rPr lang="pt-BR" dirty="0"/>
              <a:t>GitHub</a:t>
            </a:r>
            <a:br>
              <a:rPr lang="pt-BR" dirty="0"/>
            </a:br>
            <a:r>
              <a:rPr lang="pt-BR" dirty="0" err="1"/>
              <a:t>GitHub</a:t>
            </a:r>
            <a:r>
              <a:rPr lang="pt-BR" dirty="0"/>
              <a:t> Pages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9F3B49-2773-CC3E-94A1-3CA446DDCE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259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43300-43A4-A296-12A8-647779908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Git</a:t>
            </a:r>
            <a:r>
              <a:rPr lang="pt-BR" dirty="0"/>
              <a:t> e GitHub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BB900B-3F73-7772-46E6-9B12CDFB9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dirty="0" err="1"/>
              <a:t>Git</a:t>
            </a:r>
            <a:r>
              <a:rPr lang="pt-BR" dirty="0"/>
              <a:t> é como o "Histórico de Versões" do Word, mas para código. </a:t>
            </a:r>
          </a:p>
          <a:p>
            <a:r>
              <a:rPr lang="pt-BR" dirty="0"/>
              <a:t>O GitHub é a "nuvem" onde guardamos esses arquivos e os mostramos para o mundo.</a:t>
            </a:r>
          </a:p>
        </p:txBody>
      </p:sp>
    </p:spTree>
    <p:extLst>
      <p:ext uri="{BB962C8B-B14F-4D97-AF65-F5344CB8AC3E}">
        <p14:creationId xmlns:p14="http://schemas.microsoft.com/office/powerpoint/2010/main" val="1036394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214D80-583D-082D-F502-6CD9BF150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Git</a:t>
            </a:r>
            <a:r>
              <a:rPr lang="pt-BR" dirty="0"/>
              <a:t> e GitHub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D82656-DAA0-B159-7113-015138327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1. Criando sua Identidade (Setup Inicial)</a:t>
            </a:r>
          </a:p>
          <a:p>
            <a:r>
              <a:rPr lang="pt-BR" dirty="0"/>
              <a:t>Antes de tudo, é preciso criar uma conta em github.com. </a:t>
            </a:r>
          </a:p>
          <a:p>
            <a:r>
              <a:rPr lang="pt-BR" dirty="0"/>
              <a:t>Após instalar o </a:t>
            </a:r>
            <a:r>
              <a:rPr lang="pt-BR" dirty="0" err="1"/>
              <a:t>Git</a:t>
            </a:r>
            <a:r>
              <a:rPr lang="pt-BR" dirty="0"/>
              <a:t> no computador do laboratório, deve-se apresentar para o sistema: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Configurar nome: </a:t>
            </a:r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config</a:t>
            </a:r>
            <a:r>
              <a:rPr lang="pt-BR" dirty="0"/>
              <a:t> --global user.name "Seu Nome“</a:t>
            </a:r>
          </a:p>
          <a:p>
            <a:endParaRPr lang="pt-BR" dirty="0"/>
          </a:p>
          <a:p>
            <a:pPr lvl="1"/>
            <a:r>
              <a:rPr lang="pt-BR" dirty="0"/>
              <a:t>Configurar e-mail: </a:t>
            </a:r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config</a:t>
            </a:r>
            <a:r>
              <a:rPr lang="pt-BR" dirty="0"/>
              <a:t> --global </a:t>
            </a:r>
            <a:r>
              <a:rPr lang="pt-BR" dirty="0" err="1"/>
              <a:t>user.email</a:t>
            </a:r>
            <a:r>
              <a:rPr lang="pt-BR" dirty="0"/>
              <a:t> "seuemail@exemplo.com"</a:t>
            </a:r>
          </a:p>
        </p:txBody>
      </p:sp>
    </p:spTree>
    <p:extLst>
      <p:ext uri="{BB962C8B-B14F-4D97-AF65-F5344CB8AC3E}">
        <p14:creationId xmlns:p14="http://schemas.microsoft.com/office/powerpoint/2010/main" val="2460624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5C64A7-A07B-E8C3-5EFB-72676A43D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Git</a:t>
            </a:r>
            <a:r>
              <a:rPr lang="pt-BR" dirty="0"/>
              <a:t> e GitHub – somente a 1ª. vez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FC8CB2-78E9-AEB3-EF93-A35659280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Ciclo de Vida do Código (Os Comandos)</a:t>
            </a:r>
          </a:p>
          <a:p>
            <a:pPr lvl="1"/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init</a:t>
            </a:r>
            <a:r>
              <a:rPr lang="pt-BR" dirty="0"/>
              <a:t> (Só na primeira vez)</a:t>
            </a:r>
          </a:p>
          <a:p>
            <a:pPr lvl="1"/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add</a:t>
            </a:r>
            <a:r>
              <a:rPr lang="pt-BR" dirty="0"/>
              <a:t> . (Sempre que terminar uma parte).</a:t>
            </a:r>
          </a:p>
          <a:p>
            <a:pPr lvl="1"/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commit</a:t>
            </a:r>
            <a:r>
              <a:rPr lang="pt-BR" dirty="0"/>
              <a:t> -m "Adicionada a página de equipes“</a:t>
            </a:r>
          </a:p>
          <a:p>
            <a:pPr lvl="1"/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branch</a:t>
            </a:r>
            <a:r>
              <a:rPr lang="pt-BR" dirty="0"/>
              <a:t> –M </a:t>
            </a:r>
            <a:r>
              <a:rPr lang="pt-BR" dirty="0" err="1"/>
              <a:t>m</a:t>
            </a:r>
            <a:r>
              <a:rPr lang="pt-BR" dirty="0"/>
              <a:t> (define a ramificação principal como </a:t>
            </a:r>
            <a:r>
              <a:rPr lang="pt-BR" dirty="0" err="1"/>
              <a:t>main</a:t>
            </a:r>
            <a:r>
              <a:rPr lang="pt-BR" dirty="0"/>
              <a:t>)</a:t>
            </a:r>
          </a:p>
          <a:p>
            <a:pPr lvl="1"/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push</a:t>
            </a:r>
            <a:r>
              <a:rPr lang="pt-BR" dirty="0"/>
              <a:t> URL_DO_REPO </a:t>
            </a:r>
            <a:r>
              <a:rPr lang="pt-BR" dirty="0" err="1"/>
              <a:t>main</a:t>
            </a:r>
            <a:r>
              <a:rPr lang="pt-BR" dirty="0"/>
              <a:t> (Para enviar ao site).</a:t>
            </a:r>
          </a:p>
        </p:txBody>
      </p:sp>
    </p:spTree>
    <p:extLst>
      <p:ext uri="{BB962C8B-B14F-4D97-AF65-F5344CB8AC3E}">
        <p14:creationId xmlns:p14="http://schemas.microsoft.com/office/powerpoint/2010/main" val="1395791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EBF54-DC96-B848-0E93-484710A19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860E7-02F7-D231-0A5B-9AA9D6459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Git</a:t>
            </a:r>
            <a:r>
              <a:rPr lang="pt-BR" dirty="0"/>
              <a:t> e GitHub – quando o projeto é alterado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44FA35-82EB-6415-B504-B3D6A1EA8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Ciclo de Vida do Código (Os Comandos)</a:t>
            </a:r>
          </a:p>
          <a:p>
            <a:pPr lvl="1"/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add</a:t>
            </a:r>
            <a:r>
              <a:rPr lang="pt-BR" dirty="0"/>
              <a:t> . (Sempre que terminar uma parte).</a:t>
            </a:r>
          </a:p>
          <a:p>
            <a:pPr lvl="1"/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commit</a:t>
            </a:r>
            <a:r>
              <a:rPr lang="pt-BR" dirty="0"/>
              <a:t> -m "Adicionada a página de equipes“</a:t>
            </a:r>
          </a:p>
          <a:p>
            <a:pPr lvl="1"/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push</a:t>
            </a:r>
            <a:r>
              <a:rPr lang="pt-BR" dirty="0"/>
              <a:t> URL_DO_REPO </a:t>
            </a:r>
            <a:r>
              <a:rPr lang="pt-BR" dirty="0" err="1"/>
              <a:t>main</a:t>
            </a:r>
            <a:r>
              <a:rPr lang="pt-BR" dirty="0"/>
              <a:t> (Para enviar ao site).</a:t>
            </a:r>
          </a:p>
        </p:txBody>
      </p:sp>
    </p:spTree>
    <p:extLst>
      <p:ext uri="{BB962C8B-B14F-4D97-AF65-F5344CB8AC3E}">
        <p14:creationId xmlns:p14="http://schemas.microsoft.com/office/powerpoint/2010/main" val="1935798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6359E-4CEE-328E-86EC-0CF3968AE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A19AC-1D66-54D3-0949-09C69E9B2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Git</a:t>
            </a:r>
            <a:r>
              <a:rPr lang="pt-BR" dirty="0"/>
              <a:t> e GitHub – quando mudar de PC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A212B2-6BBE-47DE-29F5-420875C3D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Ciclo de Vida do Código (Os Comandos)</a:t>
            </a:r>
          </a:p>
          <a:p>
            <a:pPr lvl="1"/>
            <a:r>
              <a:rPr lang="pt-BR" dirty="0" err="1"/>
              <a:t>git</a:t>
            </a:r>
            <a:r>
              <a:rPr lang="pt-BR" dirty="0"/>
              <a:t> clone URL_DO_REPO </a:t>
            </a:r>
          </a:p>
          <a:p>
            <a:pPr lvl="1"/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add</a:t>
            </a:r>
            <a:r>
              <a:rPr lang="pt-BR" dirty="0"/>
              <a:t> . (Sempre que terminar uma parte).</a:t>
            </a:r>
          </a:p>
          <a:p>
            <a:pPr lvl="1"/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commit</a:t>
            </a:r>
            <a:r>
              <a:rPr lang="pt-BR" dirty="0"/>
              <a:t> -m "Adicionada a página de equipes“</a:t>
            </a:r>
          </a:p>
          <a:p>
            <a:pPr lvl="1"/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branch</a:t>
            </a:r>
            <a:r>
              <a:rPr lang="pt-BR" dirty="0"/>
              <a:t> –M </a:t>
            </a:r>
            <a:r>
              <a:rPr lang="pt-BR" dirty="0" err="1"/>
              <a:t>m</a:t>
            </a:r>
            <a:r>
              <a:rPr lang="pt-BR" dirty="0"/>
              <a:t> (define a ramificação principal como </a:t>
            </a:r>
            <a:r>
              <a:rPr lang="pt-BR" dirty="0" err="1"/>
              <a:t>main</a:t>
            </a:r>
            <a:r>
              <a:rPr lang="pt-BR" dirty="0"/>
              <a:t>)</a:t>
            </a:r>
          </a:p>
          <a:p>
            <a:pPr lvl="1"/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push</a:t>
            </a:r>
            <a:r>
              <a:rPr lang="pt-BR" dirty="0"/>
              <a:t> URL_DO_REPO </a:t>
            </a:r>
            <a:r>
              <a:rPr lang="pt-BR" dirty="0" err="1"/>
              <a:t>main</a:t>
            </a:r>
            <a:r>
              <a:rPr lang="pt-BR" dirty="0"/>
              <a:t> (Para enviar ao site).</a:t>
            </a:r>
          </a:p>
        </p:txBody>
      </p:sp>
    </p:spTree>
    <p:extLst>
      <p:ext uri="{BB962C8B-B14F-4D97-AF65-F5344CB8AC3E}">
        <p14:creationId xmlns:p14="http://schemas.microsoft.com/office/powerpoint/2010/main" val="1199200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D2A4E2-166A-A230-9B15-AEA2B3695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Git</a:t>
            </a:r>
            <a:r>
              <a:rPr lang="pt-BR" dirty="0"/>
              <a:t> e GitHub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E59382DE-AB47-E98D-4B7B-5D505D3E85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4312485"/>
              </p:ext>
            </p:extLst>
          </p:nvPr>
        </p:nvGraphicFramePr>
        <p:xfrm>
          <a:off x="698436" y="1805529"/>
          <a:ext cx="10212324" cy="4351336"/>
        </p:xfrm>
        <a:graphic>
          <a:graphicData uri="http://schemas.openxmlformats.org/drawingml/2006/table">
            <a:tbl>
              <a:tblPr/>
              <a:tblGrid>
                <a:gridCol w="3404108">
                  <a:extLst>
                    <a:ext uri="{9D8B030D-6E8A-4147-A177-3AD203B41FA5}">
                      <a16:colId xmlns:a16="http://schemas.microsoft.com/office/drawing/2014/main" val="2935067267"/>
                    </a:ext>
                  </a:extLst>
                </a:gridCol>
                <a:gridCol w="3404108">
                  <a:extLst>
                    <a:ext uri="{9D8B030D-6E8A-4147-A177-3AD203B41FA5}">
                      <a16:colId xmlns:a16="http://schemas.microsoft.com/office/drawing/2014/main" val="1171889861"/>
                    </a:ext>
                  </a:extLst>
                </a:gridCol>
                <a:gridCol w="3404108">
                  <a:extLst>
                    <a:ext uri="{9D8B030D-6E8A-4147-A177-3AD203B41FA5}">
                      <a16:colId xmlns:a16="http://schemas.microsoft.com/office/drawing/2014/main" val="1813422302"/>
                    </a:ext>
                  </a:extLst>
                </a:gridCol>
              </a:tblGrid>
              <a:tr h="50321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Comando</a:t>
                      </a:r>
                      <a:endParaRPr lang="pt-BR" sz="17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803" marR="88803" marT="118404" marB="11840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 que ele faz na prática?</a:t>
                      </a:r>
                      <a:endParaRPr lang="pt-BR" sz="17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803" marR="88803" marT="118404" marB="11840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Analogia</a:t>
                      </a:r>
                      <a:endParaRPr lang="pt-BR" sz="17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803" marR="88803" marT="118404" marB="11840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675852"/>
                  </a:ext>
                </a:extLst>
              </a:tr>
              <a:tr h="76962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 b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git init</a:t>
                      </a:r>
                      <a:endParaRPr lang="pt-BR" sz="17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803" marR="88803" marT="118404" marB="11840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Cria uma pasta invisível que começa a monitorar as mudanças.</a:t>
                      </a:r>
                    </a:p>
                  </a:txBody>
                  <a:tcPr marL="88803" marR="88803" marT="118404" marB="11840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"Ligar a câmera de segurança."</a:t>
                      </a:r>
                    </a:p>
                  </a:txBody>
                  <a:tcPr marL="88803" marR="88803" marT="118404" marB="11840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1717099"/>
                  </a:ext>
                </a:extLst>
              </a:tr>
              <a:tr h="76962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 b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git clone</a:t>
                      </a:r>
                      <a:endParaRPr lang="pt-BR" sz="17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803" marR="88803" marT="118404" marB="11840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Baixa um projeto que já existe na nuvem para o seu PC.</a:t>
                      </a:r>
                    </a:p>
                  </a:txBody>
                  <a:tcPr marL="88803" marR="88803" marT="118404" marB="11840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"Fazer uma cópia de um livro da biblioteca."</a:t>
                      </a:r>
                    </a:p>
                  </a:txBody>
                  <a:tcPr marL="88803" marR="88803" marT="118404" marB="11840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3154845"/>
                  </a:ext>
                </a:extLst>
              </a:tr>
              <a:tr h="76962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 b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git add .</a:t>
                      </a:r>
                      <a:endParaRPr lang="pt-BR" sz="17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803" marR="88803" marT="118404" marB="11840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Seleciona todos os arquivos que você alterou.</a:t>
                      </a:r>
                    </a:p>
                  </a:txBody>
                  <a:tcPr marL="88803" marR="88803" marT="118404" marB="11840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"Colocar as compras no carrinho."</a:t>
                      </a:r>
                    </a:p>
                  </a:txBody>
                  <a:tcPr marL="88803" marR="88803" marT="118404" marB="11840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493866"/>
                  </a:ext>
                </a:extLst>
              </a:tr>
              <a:tr h="76962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 b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git commit -m "mensagem"</a:t>
                      </a:r>
                      <a:endParaRPr lang="pt-BR" sz="17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803" marR="88803" marT="118404" marB="11840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Salva uma versão definitiva com uma etiqueta explicativa.</a:t>
                      </a:r>
                    </a:p>
                  </a:txBody>
                  <a:tcPr marL="88803" marR="88803" marT="118404" marB="11840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"Passar no caixa e fechar a sacola."</a:t>
                      </a:r>
                    </a:p>
                  </a:txBody>
                  <a:tcPr marL="88803" marR="88803" marT="118404" marB="11840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186601"/>
                  </a:ext>
                </a:extLst>
              </a:tr>
              <a:tr h="76962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 b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git push</a:t>
                      </a:r>
                      <a:endParaRPr lang="pt-BR" sz="17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803" marR="88803" marT="118404" marB="11840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Envia suas versões salvas para o site do GitHub.</a:t>
                      </a:r>
                    </a:p>
                  </a:txBody>
                  <a:tcPr marL="88803" marR="88803" marT="118404" marB="11840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7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"Levar as compras para casa."</a:t>
                      </a:r>
                    </a:p>
                  </a:txBody>
                  <a:tcPr marL="88803" marR="88803" marT="118404" marB="11840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5265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2182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8BFC68-CEB6-D089-347C-AA585195B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GitHub Pages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CAFDE4-1DE8-8896-1796-164E53183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GitHub Pages é um serviço de hospedagem que transforma seu repositório em um endereço da web vivo.</a:t>
            </a:r>
          </a:p>
          <a:p>
            <a:endParaRPr lang="pt-BR" dirty="0"/>
          </a:p>
          <a:p>
            <a:r>
              <a:rPr lang="pt-BR" dirty="0"/>
              <a:t>1. Preparando o Terreno no GitHub</a:t>
            </a:r>
          </a:p>
          <a:p>
            <a:pPr lvl="1"/>
            <a:r>
              <a:rPr lang="pt-BR" dirty="0"/>
              <a:t>Para que o site funcione, deve-se garantir que o arquivo principal da página inicial se chame exatamente index.html e esteja na pasta raiz (principal) do repositório.</a:t>
            </a:r>
          </a:p>
        </p:txBody>
      </p:sp>
    </p:spTree>
    <p:extLst>
      <p:ext uri="{BB962C8B-B14F-4D97-AF65-F5344CB8AC3E}">
        <p14:creationId xmlns:p14="http://schemas.microsoft.com/office/powerpoint/2010/main" val="3562845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5515C7-78D7-F1FF-1AE7-A4BB8E36E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GitHub Pages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4A3209-D132-03AD-9CC2-8B23D0118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2. Passo a Passo de Ativação (Sem código)</a:t>
            </a:r>
          </a:p>
          <a:p>
            <a:r>
              <a:rPr lang="pt-BR" dirty="0"/>
              <a:t>Após terem feito o </a:t>
            </a:r>
            <a:r>
              <a:rPr lang="pt-BR" dirty="0" err="1"/>
              <a:t>push</a:t>
            </a:r>
            <a:r>
              <a:rPr lang="pt-BR" dirty="0"/>
              <a:t> do projeto para o GitHub, sigam este caminho na interface do site: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No repositório do projeto, clique na aba Settings (Configurações) no menu superior.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No menu lateral esquerdo, na seção "</a:t>
            </a:r>
            <a:r>
              <a:rPr lang="pt-BR" err="1"/>
              <a:t>Code</a:t>
            </a:r>
            <a:r>
              <a:rPr lang="pt-BR"/>
              <a:t>,Planning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automation</a:t>
            </a:r>
            <a:r>
              <a:rPr lang="pt-BR" dirty="0"/>
              <a:t>", clique em Pages.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Em "Build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deployment</a:t>
            </a:r>
            <a:r>
              <a:rPr lang="pt-BR" dirty="0"/>
              <a:t>" &gt; "</a:t>
            </a:r>
            <a:r>
              <a:rPr lang="pt-BR" dirty="0" err="1"/>
              <a:t>Source</a:t>
            </a:r>
            <a:r>
              <a:rPr lang="pt-BR" dirty="0"/>
              <a:t>", verifique se está selecionado "</a:t>
            </a:r>
            <a:r>
              <a:rPr lang="pt-BR" dirty="0" err="1"/>
              <a:t>Deploy</a:t>
            </a:r>
            <a:r>
              <a:rPr lang="pt-BR" dirty="0"/>
              <a:t> </a:t>
            </a:r>
            <a:r>
              <a:rPr lang="pt-BR" dirty="0" err="1"/>
              <a:t>from</a:t>
            </a:r>
            <a:r>
              <a:rPr lang="pt-BR" dirty="0"/>
              <a:t> a </a:t>
            </a:r>
            <a:r>
              <a:rPr lang="pt-BR" dirty="0" err="1"/>
              <a:t>branch</a:t>
            </a:r>
            <a:r>
              <a:rPr lang="pt-BR" dirty="0"/>
              <a:t>".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Em "Branch", selecione a </a:t>
            </a:r>
            <a:r>
              <a:rPr lang="pt-BR" dirty="0" err="1"/>
              <a:t>branch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 (ou master) e clique em </a:t>
            </a:r>
            <a:r>
              <a:rPr lang="pt-BR" dirty="0" err="1"/>
              <a:t>Save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7345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20DEDD-DD35-C015-E58A-EDCF5D8B5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GitHub Pages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796581-D5F0-E070-2A6C-A6D20DCA1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3. O Link Oficial</a:t>
            </a:r>
          </a:p>
          <a:p>
            <a:r>
              <a:rPr lang="pt-BR" dirty="0"/>
              <a:t>Após clicar em salvar, o GitHub levará cerca de 1 a 2 minutos para processar. </a:t>
            </a:r>
          </a:p>
        </p:txBody>
      </p:sp>
    </p:spTree>
    <p:extLst>
      <p:ext uri="{BB962C8B-B14F-4D97-AF65-F5344CB8AC3E}">
        <p14:creationId xmlns:p14="http://schemas.microsoft.com/office/powerpoint/2010/main" val="34954682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624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Google Sans Text</vt:lpstr>
      <vt:lpstr>Tema do Office</vt:lpstr>
      <vt:lpstr>Git  GitHub GitHub Pages</vt:lpstr>
      <vt:lpstr>Git e GitHub</vt:lpstr>
      <vt:lpstr>Git e GitHub</vt:lpstr>
      <vt:lpstr>Git e GitHub – somente a 1ª. vez</vt:lpstr>
      <vt:lpstr>Git e GitHub – quando o projeto é alterado</vt:lpstr>
      <vt:lpstr>Git e GitHub – quando mudar de PC</vt:lpstr>
      <vt:lpstr>Git e GitHub</vt:lpstr>
      <vt:lpstr>GitHub Pages</vt:lpstr>
      <vt:lpstr>GitHub Pages</vt:lpstr>
      <vt:lpstr>GitHub Pages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Facciolo Pires</dc:creator>
  <cp:lastModifiedBy>Daniel Facciolo Pires</cp:lastModifiedBy>
  <cp:revision>3</cp:revision>
  <dcterms:created xsi:type="dcterms:W3CDTF">2026-03-02T18:59:54Z</dcterms:created>
  <dcterms:modified xsi:type="dcterms:W3CDTF">2026-03-03T00:04:34Z</dcterms:modified>
</cp:coreProperties>
</file>